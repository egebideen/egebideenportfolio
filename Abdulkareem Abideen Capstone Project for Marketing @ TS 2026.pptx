
<file path=[Content_Types].xml><?xml version="1.0" encoding="utf-8"?>
<Types xmlns="http://schemas.openxmlformats.org/package/2006/content-types">
  <Default Extension="jfif" ContentType="image/jpeg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6" d="100"/>
          <a:sy n="76" d="100"/>
        </p:scale>
        <p:origin x="-1206" y="2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93D138-112F-43A2-847E-8012B68C5010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8E7600-3FCA-4A98-B3E3-D1F1EF68C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729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8E7600-3FCA-4A98-B3E3-D1F1EF68C65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374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jf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fif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f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f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5989" y="0"/>
            <a:ext cx="3675137" cy="3294345"/>
          </a:xfrm>
        </p:spPr>
        <p:txBody>
          <a:bodyPr>
            <a:normAutofit/>
          </a:bodyPr>
          <a:lstStyle/>
          <a:p>
            <a:r>
              <a:rPr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Full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</a:t>
            </a:r>
            <a:r>
              <a:rPr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Stack </a:t>
            </a:r>
            <a:r>
              <a:rPr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Marketing Strategy</a:t>
            </a:r>
          </a:p>
          <a:p>
            <a:r>
              <a:rPr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EGE FARM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09578" y="2680569"/>
            <a:ext cx="3433590" cy="3382027"/>
          </a:xfrm>
        </p:spPr>
        <p:txBody>
          <a:bodyPr>
            <a:normAutofit/>
          </a:bodyPr>
          <a:lstStyle/>
          <a:p>
            <a:r>
              <a:rPr lang="en-US" sz="2400" b="1" dirty="0" err="1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Abdulkareem</a:t>
            </a:r>
            <a:r>
              <a:rPr lang="en-US" sz="24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Abideen</a:t>
            </a:r>
            <a:endParaRPr lang="en-US" sz="2400" b="1" dirty="0" smtClean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sz="24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TS </a:t>
            </a:r>
            <a:r>
              <a:rPr sz="24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Academy Capstone Project </a:t>
            </a:r>
            <a:r>
              <a:rPr sz="24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Module 10</a:t>
            </a:r>
          </a:p>
          <a:p>
            <a:r>
              <a:rPr sz="24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Product Marketing Strategy</a:t>
            </a:r>
          </a:p>
          <a:p>
            <a:r>
              <a:rPr sz="24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Ilorin, </a:t>
            </a:r>
            <a:r>
              <a:rPr sz="2400" b="1" dirty="0" err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Kwara</a:t>
            </a:r>
            <a:r>
              <a:rPr sz="24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State, Nigeria</a:t>
            </a:r>
          </a:p>
          <a:p>
            <a:r>
              <a:rPr sz="24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2026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8999"/>
            <a:ext cx="4521896" cy="32223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838714"/>
          </a:xfrm>
        </p:spPr>
        <p:txBody>
          <a:bodyPr/>
          <a:lstStyle/>
          <a:p>
            <a:pPr algn="ctr"/>
            <a:r>
              <a:rPr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Business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567" y="2323652"/>
            <a:ext cx="5461347" cy="4064622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sz="2800" dirty="0">
                <a:latin typeface="Times New Roman" pitchFamily="18" charset="0"/>
                <a:cs typeface="Times New Roman" pitchFamily="18" charset="0"/>
              </a:rPr>
              <a:t>Farm Name: EGE </a:t>
            </a: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FARM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chemeClr val="tx1"/>
              </a:buClr>
            </a:pP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Location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Ilorin,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Kwara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State, </a:t>
            </a: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Nigeria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chemeClr val="tx1"/>
              </a:buClr>
            </a:pP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Ownership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: Sole </a:t>
            </a: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Proprietorship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chemeClr val="tx1"/>
              </a:buClr>
            </a:pP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Farming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Method: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Open-field cultivation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chemeClr val="tx1"/>
              </a:buClr>
            </a:pP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Practice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: 100% Organic (No Chemicals)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8927" y="2323653"/>
            <a:ext cx="3206662" cy="41898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726510"/>
            <a:ext cx="7024744" cy="939452"/>
          </a:xfrm>
        </p:spPr>
        <p:txBody>
          <a:bodyPr/>
          <a:lstStyle/>
          <a:p>
            <a:pPr algn="ctr"/>
            <a:r>
              <a:rPr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Product</a:t>
            </a:r>
            <a:r>
              <a:rPr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Portfolio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516" y="1979112"/>
            <a:ext cx="7332294" cy="1891430"/>
          </a:xfrm>
        </p:spPr>
        <p:txBody>
          <a:bodyPr>
            <a:normAutofit/>
          </a:bodyPr>
          <a:lstStyle/>
          <a:p>
            <a:pPr>
              <a:buClrTx/>
            </a:pPr>
            <a:r>
              <a:rPr dirty="0" smtClean="0">
                <a:latin typeface="Times New Roman" pitchFamily="18" charset="0"/>
                <a:cs typeface="Times New Roman" pitchFamily="18" charset="0"/>
              </a:rPr>
              <a:t>Leafy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Vegetables: Spinach, Lettuce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dirty="0" err="1" smtClean="0">
                <a:latin typeface="Times New Roman" pitchFamily="18" charset="0"/>
                <a:cs typeface="Times New Roman" pitchFamily="18" charset="0"/>
              </a:rPr>
              <a:t>Ugwu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Tx/>
            </a:pPr>
            <a:r>
              <a:rPr dirty="0" smtClean="0">
                <a:latin typeface="Times New Roman" pitchFamily="18" charset="0"/>
                <a:cs typeface="Times New Roman" pitchFamily="18" charset="0"/>
              </a:rPr>
              <a:t>Fruit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Vegetables: Tomatoes, Peppers, 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Okra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Tx/>
            </a:pPr>
            <a:r>
              <a:rPr dirty="0" smtClean="0">
                <a:latin typeface="Times New Roman" pitchFamily="18" charset="0"/>
                <a:cs typeface="Times New Roman" pitchFamily="18" charset="0"/>
              </a:rPr>
              <a:t>Freshly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harvested 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daily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Tx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Distribution: Direct farm sales + home delivery within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Ilorin</a:t>
            </a:r>
            <a:endParaRPr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16" y="3870542"/>
            <a:ext cx="3065747" cy="26179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4263" y="3870542"/>
            <a:ext cx="2628900" cy="26179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3163" y="3870542"/>
            <a:ext cx="2522426" cy="26079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563671"/>
            <a:ext cx="7024744" cy="1077239"/>
          </a:xfrm>
        </p:spPr>
        <p:txBody>
          <a:bodyPr/>
          <a:lstStyle/>
          <a:p>
            <a:pPr algn="ctr"/>
            <a:r>
              <a:rPr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Unique Value Proposition</a:t>
            </a:r>
            <a:endParaRPr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828" y="1929008"/>
            <a:ext cx="5135671" cy="2367419"/>
          </a:xfrm>
        </p:spPr>
        <p:txBody>
          <a:bodyPr>
            <a:normAutofit lnSpcReduction="10000"/>
          </a:bodyPr>
          <a:lstStyle/>
          <a:p>
            <a:pPr>
              <a:buClrTx/>
            </a:pPr>
            <a:r>
              <a:rPr dirty="0">
                <a:latin typeface="Times New Roman" pitchFamily="18" charset="0"/>
                <a:cs typeface="Times New Roman" pitchFamily="18" charset="0"/>
              </a:rPr>
              <a:t>100% organic produce (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chemical-free)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Tx/>
            </a:pPr>
            <a:r>
              <a:rPr dirty="0" smtClean="0">
                <a:latin typeface="Times New Roman" pitchFamily="18" charset="0"/>
                <a:cs typeface="Times New Roman" pitchFamily="18" charset="0"/>
              </a:rPr>
              <a:t>Fresher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than open market 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produce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Tx/>
            </a:pPr>
            <a:r>
              <a:rPr dirty="0" smtClean="0">
                <a:latin typeface="Times New Roman" pitchFamily="18" charset="0"/>
                <a:cs typeface="Times New Roman" pitchFamily="18" charset="0"/>
              </a:rPr>
              <a:t>Affordable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pricing 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model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Tx/>
            </a:pPr>
            <a:r>
              <a:rPr dirty="0" smtClean="0">
                <a:latin typeface="Times New Roman" pitchFamily="18" charset="0"/>
                <a:cs typeface="Times New Roman" pitchFamily="18" charset="0"/>
              </a:rPr>
              <a:t>Convenient home delivery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Tx/>
            </a:pPr>
            <a:r>
              <a:rPr dirty="0" smtClean="0">
                <a:latin typeface="Times New Roman" pitchFamily="18" charset="0"/>
                <a:cs typeface="Times New Roman" pitchFamily="18" charset="0"/>
              </a:rPr>
              <a:t>Trusted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local farm brand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693" y="4296427"/>
            <a:ext cx="2639568" cy="223338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7261" y="3081402"/>
            <a:ext cx="4008327" cy="35072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726510"/>
            <a:ext cx="7024744" cy="926926"/>
          </a:xfrm>
        </p:spPr>
        <p:txBody>
          <a:bodyPr/>
          <a:lstStyle/>
          <a:p>
            <a:pPr algn="ctr"/>
            <a:r>
              <a:rPr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Market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087" y="1916482"/>
            <a:ext cx="5514599" cy="3916147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Many vegetables sold in open markets contain chemical residues.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Produce often loses freshness before reaching consumers.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No structured delivery service for fresh farm produce in Ilorin.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Restaurants struggle to find reliable fresh suppliers.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1685" y="2129425"/>
            <a:ext cx="2619375" cy="27056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651354"/>
            <a:ext cx="7024744" cy="826718"/>
          </a:xfrm>
        </p:spPr>
        <p:txBody>
          <a:bodyPr>
            <a:normAutofit/>
          </a:bodyPr>
          <a:lstStyle/>
          <a:p>
            <a:pPr algn="ctr"/>
            <a:r>
              <a:rPr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Target Market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2451" y="2085657"/>
            <a:ext cx="6777317" cy="3508977"/>
          </a:xfrm>
        </p:spPr>
        <p:txBody>
          <a:bodyPr>
            <a:normAutofit/>
          </a:bodyPr>
          <a:lstStyle/>
          <a:p>
            <a:pPr>
              <a:buClrTx/>
            </a:pPr>
            <a:r>
              <a:rPr sz="2800" dirty="0">
                <a:latin typeface="Times New Roman" pitchFamily="18" charset="0"/>
                <a:cs typeface="Times New Roman" pitchFamily="18" charset="0"/>
              </a:rPr>
              <a:t>Primary: Health-conscious households in </a:t>
            </a: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Ilorin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Tx/>
            </a:pP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Working-class 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families seeking </a:t>
            </a: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convenience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Tx/>
            </a:pP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Secondary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: Restaurants and </a:t>
            </a: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hotels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Tx/>
            </a:pP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Food 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vendors and local caterers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2" y="689461"/>
            <a:ext cx="7024744" cy="913870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Audience Interests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873" y="1872715"/>
            <a:ext cx="6777317" cy="3508977"/>
          </a:xfrm>
        </p:spPr>
        <p:txBody>
          <a:bodyPr/>
          <a:lstStyle/>
          <a:p>
            <a:pPr marL="68580" indent="0">
              <a:buNone/>
            </a:pP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Target Interests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Healthy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eating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Organic food</a:t>
            </a:r>
          </a:p>
          <a:p>
            <a:pPr lvl="2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Cooking</a:t>
            </a:r>
          </a:p>
          <a:p>
            <a:pPr lvl="2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Fitness lifestyle</a:t>
            </a:r>
          </a:p>
          <a:p>
            <a:pPr lvl="2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Agriculture</a:t>
            </a:r>
          </a:p>
          <a:p>
            <a:pPr marL="6858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673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458" y="375781"/>
            <a:ext cx="7366776" cy="951978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90-Day Marketing Objectives</a:t>
            </a:r>
            <a:endParaRPr lang="en-US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7398" y="2010501"/>
            <a:ext cx="6777317" cy="3508977"/>
          </a:xfrm>
        </p:spPr>
        <p:txBody>
          <a:bodyPr>
            <a:noAutofit/>
          </a:bodyPr>
          <a:lstStyle/>
          <a:p>
            <a:pPr>
              <a:buClrTx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Generate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200 qualified leads from Ilorin residents.</a:t>
            </a:r>
          </a:p>
          <a:p>
            <a:pPr>
              <a:buClrTx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Convert at least 60 customers from those leads.</a:t>
            </a:r>
          </a:p>
          <a:p>
            <a:pPr>
              <a:buClrTx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Achieve ₦1.5M in vegetable sales revenue.</a:t>
            </a:r>
          </a:p>
          <a:p>
            <a:pPr>
              <a:buClrTx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Grow social media audience to 2,000 followers.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438411"/>
            <a:ext cx="7024744" cy="1293841"/>
          </a:xfrm>
        </p:spPr>
        <p:txBody>
          <a:bodyPr>
            <a:normAutofit/>
          </a:bodyPr>
          <a:lstStyle/>
          <a:p>
            <a:pPr algn="ctr"/>
            <a:r>
              <a:rPr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Channel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0" y="1732252"/>
            <a:ext cx="4705956" cy="4405501"/>
          </a:xfrm>
        </p:spPr>
        <p:txBody>
          <a:bodyPr>
            <a:noAutofit/>
          </a:bodyPr>
          <a:lstStyle/>
          <a:p>
            <a:pPr>
              <a:buClrTx/>
            </a:pPr>
            <a:r>
              <a:rPr sz="2800" dirty="0">
                <a:latin typeface="Times New Roman" pitchFamily="18" charset="0"/>
                <a:cs typeface="Times New Roman" pitchFamily="18" charset="0"/>
              </a:rPr>
              <a:t>Organic: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Instagram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, Facebook,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WhatsApp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Business, </a:t>
            </a:r>
            <a:r>
              <a:rPr sz="2800" dirty="0" err="1" smtClean="0">
                <a:latin typeface="Times New Roman" pitchFamily="18" charset="0"/>
                <a:cs typeface="Times New Roman" pitchFamily="18" charset="0"/>
              </a:rPr>
              <a:t>TikTok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Tx/>
            </a:pP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Paid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: Facebook &amp;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Instagram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Lead </a:t>
            </a: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Ads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Tx/>
            </a:pP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Google 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Business Profile </a:t>
            </a: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optimization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Tx/>
            </a:pP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Referral 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&amp; word-of-mouth marketing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9444" y="1590806"/>
            <a:ext cx="2912889" cy="17035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290" y="4615841"/>
            <a:ext cx="3301195" cy="207523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6440" y="3632549"/>
            <a:ext cx="2578899" cy="8392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751562"/>
            <a:ext cx="7024744" cy="989556"/>
          </a:xfrm>
        </p:spPr>
        <p:txBody>
          <a:bodyPr>
            <a:normAutofit/>
          </a:bodyPr>
          <a:lstStyle/>
          <a:p>
            <a:r>
              <a:rPr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Customer Acquisition Funnel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437" y="2129424"/>
            <a:ext cx="7424103" cy="3828465"/>
          </a:xfrm>
        </p:spPr>
        <p:txBody>
          <a:bodyPr>
            <a:normAutofit/>
          </a:bodyPr>
          <a:lstStyle/>
          <a:p>
            <a:pPr>
              <a:buClrTx/>
            </a:pPr>
            <a:r>
              <a:rPr sz="2800" dirty="0">
                <a:latin typeface="Times New Roman" pitchFamily="18" charset="0"/>
                <a:cs typeface="Times New Roman" pitchFamily="18" charset="0"/>
              </a:rPr>
              <a:t>Awareness: Paid social ads &amp; organic </a:t>
            </a: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content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Tx/>
            </a:pP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Consideration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WhatsApp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inquiries &amp; </a:t>
            </a: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testimonials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Tx/>
            </a:pP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Conversion: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Discount 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bundle </a:t>
            </a: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offers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Tx/>
            </a:pP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Retention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: Follow-up messages &amp; loyalty incentives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6405" y="826718"/>
            <a:ext cx="7391829" cy="1189972"/>
          </a:xfrm>
        </p:spPr>
        <p:txBody>
          <a:bodyPr>
            <a:noAutofit/>
          </a:bodyPr>
          <a:lstStyle/>
          <a:p>
            <a:pPr algn="ctr"/>
            <a:r>
              <a:rPr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Campaign 1 – Facebook Lead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9925" y="2148287"/>
            <a:ext cx="6777317" cy="3508977"/>
          </a:xfrm>
        </p:spPr>
        <p:txBody>
          <a:bodyPr>
            <a:normAutofit/>
          </a:bodyPr>
          <a:lstStyle/>
          <a:p>
            <a:pPr>
              <a:buClrTx/>
            </a:pPr>
            <a:r>
              <a:rPr sz="2800" dirty="0">
                <a:latin typeface="Times New Roman" pitchFamily="18" charset="0"/>
                <a:cs typeface="Times New Roman" pitchFamily="18" charset="0"/>
              </a:rPr>
              <a:t>Target: Ilorin residents (Age </a:t>
            </a: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23–55)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Tx/>
            </a:pP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Budget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: ₦5,000/day for 14 </a:t>
            </a: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days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Tx/>
            </a:pP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Ad 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Message: Fresh organic vegetables delivered to your </a:t>
            </a: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doorstep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Tx/>
            </a:pP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CTA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: Send </a:t>
            </a: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Message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Tx/>
            </a:pP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KPIs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: CTR, Cost per Lead, Conversion Rate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Campaign 2 – </a:t>
            </a:r>
            <a:r>
              <a:rPr b="1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WhatsApp</a:t>
            </a:r>
            <a:r>
              <a:rPr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Conversion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2555" y="2170664"/>
            <a:ext cx="6777317" cy="3508977"/>
          </a:xfrm>
        </p:spPr>
        <p:txBody>
          <a:bodyPr>
            <a:normAutofit/>
          </a:bodyPr>
          <a:lstStyle/>
          <a:p>
            <a:pPr>
              <a:buClrTx/>
            </a:pPr>
            <a:r>
              <a:rPr sz="2800" dirty="0">
                <a:latin typeface="Times New Roman" pitchFamily="18" charset="0"/>
                <a:cs typeface="Times New Roman" pitchFamily="18" charset="0"/>
              </a:rPr>
              <a:t>Send digital catalog &amp; farm </a:t>
            </a: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images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Tx/>
            </a:pP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Offer 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bundle </a:t>
            </a: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discounts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Tx/>
            </a:pP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Limited-time 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free </a:t>
            </a: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delivery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Tx/>
            </a:pP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KPIs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: Response rate, Order rate, Repeat purchase rate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789670"/>
            <a:ext cx="7024744" cy="1143000"/>
          </a:xfrm>
        </p:spPr>
        <p:txBody>
          <a:bodyPr>
            <a:normAutofit fontScale="90000"/>
          </a:bodyPr>
          <a:lstStyle/>
          <a:p>
            <a:pPr algn="ctr"/>
            <a:r>
              <a:rPr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Mock Campaign Performance (Projected)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4977" y="2170664"/>
            <a:ext cx="6777317" cy="3508977"/>
          </a:xfrm>
        </p:spPr>
        <p:txBody>
          <a:bodyPr>
            <a:normAutofit/>
          </a:bodyPr>
          <a:lstStyle/>
          <a:p>
            <a:pPr>
              <a:buClrTx/>
            </a:pPr>
            <a:r>
              <a:rPr sz="2800" dirty="0">
                <a:latin typeface="Times New Roman" pitchFamily="18" charset="0"/>
                <a:cs typeface="Times New Roman" pitchFamily="18" charset="0"/>
              </a:rPr>
              <a:t>Ad Spend: ₦</a:t>
            </a: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70,000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Tx/>
            </a:pP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Leads 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Generated: </a:t>
            </a: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240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Tx/>
            </a:pP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Cost 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per Lead: ₦</a:t>
            </a: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292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Tx/>
            </a:pP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Orders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65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Tx/>
            </a:pP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Revenue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: ₦</a:t>
            </a: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1,300,000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Tx/>
            </a:pP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Conversion 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Rate: 27%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726510"/>
            <a:ext cx="7024744" cy="701457"/>
          </a:xfrm>
        </p:spPr>
        <p:txBody>
          <a:bodyPr/>
          <a:lstStyle/>
          <a:p>
            <a:pPr algn="ctr"/>
            <a:r>
              <a:rPr b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Performance Analysis</a:t>
            </a:r>
            <a:endParaRPr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9925" y="1707201"/>
            <a:ext cx="7950196" cy="3508977"/>
          </a:xfrm>
        </p:spPr>
        <p:txBody>
          <a:bodyPr>
            <a:normAutofit/>
          </a:bodyPr>
          <a:lstStyle/>
          <a:p>
            <a:pPr>
              <a:buClrTx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Strong engagement indicates high demand for organic vegetables.</a:t>
            </a:r>
          </a:p>
          <a:p>
            <a:pPr>
              <a:buClrTx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Restaurants showed higher purchase frequency than households.</a:t>
            </a:r>
          </a:p>
          <a:p>
            <a:pPr>
              <a:buClrTx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Some households showed price sensitivity.</a:t>
            </a:r>
          </a:p>
          <a:p>
            <a:pPr>
              <a:buClrTx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Customers responded positively to home delivery.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4690" y="777143"/>
            <a:ext cx="7024744" cy="1143000"/>
          </a:xfrm>
        </p:spPr>
        <p:txBody>
          <a:bodyPr>
            <a:noAutofit/>
          </a:bodyPr>
          <a:lstStyle/>
          <a:p>
            <a:pPr algn="ctr"/>
            <a:r>
              <a:rPr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Optimization &amp; Growth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607" y="2170664"/>
            <a:ext cx="6777317" cy="3508977"/>
          </a:xfrm>
        </p:spPr>
        <p:txBody>
          <a:bodyPr/>
          <a:lstStyle/>
          <a:p>
            <a:pPr>
              <a:buClrTx/>
            </a:pPr>
            <a:r>
              <a:rPr sz="2800" dirty="0">
                <a:latin typeface="Times New Roman" pitchFamily="18" charset="0"/>
                <a:cs typeface="Times New Roman" pitchFamily="18" charset="0"/>
              </a:rPr>
              <a:t>A/B testing of ad </a:t>
            </a:r>
            <a:r>
              <a:rPr sz="2800" dirty="0" err="1" smtClean="0">
                <a:latin typeface="Times New Roman" pitchFamily="18" charset="0"/>
                <a:cs typeface="Times New Roman" pitchFamily="18" charset="0"/>
              </a:rPr>
              <a:t>creatives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Tx/>
            </a:pP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Introduce 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weekly vegetable subscription </a:t>
            </a: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box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Tx/>
            </a:pP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Launch 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customer referral </a:t>
            </a: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Tx/>
            </a:pP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Retarget 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engaged </a:t>
            </a: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audiences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Tx/>
            </a:pP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Partner 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with local health influencers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2" y="739566"/>
            <a:ext cx="7024744" cy="788609"/>
          </a:xfrm>
        </p:spPr>
        <p:txBody>
          <a:bodyPr/>
          <a:lstStyle/>
          <a:p>
            <a:pPr algn="ctr"/>
            <a:r>
              <a:rPr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6-Month Growth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821" y="1697351"/>
            <a:ext cx="6777317" cy="2611603"/>
          </a:xfrm>
        </p:spPr>
        <p:txBody>
          <a:bodyPr>
            <a:normAutofit/>
          </a:bodyPr>
          <a:lstStyle/>
          <a:p>
            <a:pPr>
              <a:buClrTx/>
            </a:pPr>
            <a:r>
              <a:rPr sz="2800" dirty="0">
                <a:latin typeface="Times New Roman" pitchFamily="18" charset="0"/>
                <a:cs typeface="Times New Roman" pitchFamily="18" charset="0"/>
              </a:rPr>
              <a:t>Scale paid ads across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Kwara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State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Tx/>
            </a:pP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Expand 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B2B </a:t>
            </a: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partnerships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Tx/>
            </a:pP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Develop 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branded </a:t>
            </a: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packaging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Tx/>
            </a:pP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Implement 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CRM tracking </a:t>
            </a: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system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Tx/>
            </a:pP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Launch 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farm brand awareness campaign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701458"/>
            <a:ext cx="7024744" cy="839244"/>
          </a:xfrm>
        </p:spPr>
        <p:txBody>
          <a:bodyPr>
            <a:normAutofit/>
          </a:bodyPr>
          <a:lstStyle/>
          <a:p>
            <a:pPr algn="ctr"/>
            <a:r>
              <a:rPr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Case Study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561" y="1734930"/>
            <a:ext cx="6777317" cy="3508977"/>
          </a:xfrm>
        </p:spPr>
        <p:txBody>
          <a:bodyPr>
            <a:noAutofit/>
          </a:bodyPr>
          <a:lstStyle/>
          <a:p>
            <a:pPr>
              <a:buClrTx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Built a structured digital marketing system for a local farm.</a:t>
            </a:r>
          </a:p>
          <a:p>
            <a:pPr>
              <a:buClrTx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Demonstrated how performance marketing can scale agriculture businesses.</a:t>
            </a:r>
          </a:p>
          <a:p>
            <a:pPr>
              <a:buClrTx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Positioned EGE FARM as a trusted organic vegetable brand in Ilorin.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88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8580" indent="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6858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68580" indent="0" algn="ctr">
              <a:buNone/>
            </a:pP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sz="4000" b="1" dirty="0" smtClean="0">
                <a:latin typeface="Times New Roman" pitchFamily="18" charset="0"/>
                <a:cs typeface="Times New Roman" pitchFamily="18" charset="0"/>
              </a:rPr>
              <a:t>EGE </a:t>
            </a:r>
            <a:r>
              <a:rPr sz="4000" b="1" dirty="0">
                <a:latin typeface="Times New Roman" pitchFamily="18" charset="0"/>
                <a:cs typeface="Times New Roman" pitchFamily="18" charset="0"/>
              </a:rPr>
              <a:t>FARM </a:t>
            </a: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sz="4000" b="1" dirty="0" smtClean="0">
                <a:latin typeface="Times New Roman" pitchFamily="18" charset="0"/>
                <a:cs typeface="Times New Roman" pitchFamily="18" charset="0"/>
              </a:rPr>
              <a:t> Growing </a:t>
            </a: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    	</a:t>
            </a:r>
            <a:r>
              <a:rPr sz="4000" b="1" dirty="0" smtClean="0">
                <a:latin typeface="Times New Roman" pitchFamily="18" charset="0"/>
                <a:cs typeface="Times New Roman" pitchFamily="18" charset="0"/>
              </a:rPr>
              <a:t>Healthy </a:t>
            </a:r>
            <a:r>
              <a:rPr sz="4000" b="1" dirty="0">
                <a:latin typeface="Times New Roman" pitchFamily="18" charset="0"/>
                <a:cs typeface="Times New Roman" pitchFamily="18" charset="0"/>
              </a:rPr>
              <a:t>Communities</a:t>
            </a:r>
          </a:p>
          <a:p>
            <a:pPr marL="365760" lvl="1" indent="0">
              <a:buNone/>
            </a:pP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2782</TotalTime>
  <Words>507</Words>
  <Application>Microsoft Office PowerPoint</Application>
  <PresentationFormat>On-screen Show (4:3)</PresentationFormat>
  <Paragraphs>100</Paragraphs>
  <Slides>18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Austin</vt:lpstr>
      <vt:lpstr>Full-Stack Marketing Strategy EGE FARM</vt:lpstr>
      <vt:lpstr>Business Overview</vt:lpstr>
      <vt:lpstr>Product Portfolio</vt:lpstr>
      <vt:lpstr>Unique Value Proposition</vt:lpstr>
      <vt:lpstr>Market Problem</vt:lpstr>
      <vt:lpstr>Target Market Segmentation</vt:lpstr>
      <vt:lpstr>Audience Interests</vt:lpstr>
      <vt:lpstr>90-Day Marketing Objectives</vt:lpstr>
      <vt:lpstr>Channel Strategy</vt:lpstr>
      <vt:lpstr>Customer Acquisition Funnel</vt:lpstr>
      <vt:lpstr>Campaign 1 – Facebook Lead Generation</vt:lpstr>
      <vt:lpstr>Campaign 2 – WhatsApp Conversion Strategy</vt:lpstr>
      <vt:lpstr>Mock Campaign Performance (Projected)</vt:lpstr>
      <vt:lpstr>Performance Analysis</vt:lpstr>
      <vt:lpstr>Optimization &amp; Growth Strategy</vt:lpstr>
      <vt:lpstr>6-Month Growth Plan</vt:lpstr>
      <vt:lpstr>Case Study Summary</vt:lpstr>
      <vt:lpstr>Thank You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Full-Stack Marketing Strategy EGE FARM</dc:title>
  <dc:subject/>
  <dc:creator/>
  <cp:keywords/>
  <dc:description>generated using python-pptx</dc:description>
  <cp:lastModifiedBy>Windows User</cp:lastModifiedBy>
  <cp:revision>25</cp:revision>
  <dcterms:created xsi:type="dcterms:W3CDTF">2013-01-27T09:14:16Z</dcterms:created>
  <dcterms:modified xsi:type="dcterms:W3CDTF">2026-03-05T12:34:10Z</dcterms:modified>
  <cp:category/>
</cp:coreProperties>
</file>